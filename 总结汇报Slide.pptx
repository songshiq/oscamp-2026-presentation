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A6BD8-7691-05C1-ECCA-4C7DD204D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2A687B-9B78-C8B5-D06C-ECAE68B5A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272FA-CE1F-88CD-1758-0FB833E3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40BF7A-FD17-B462-F5DD-44E935980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57C01-9CD6-B862-E965-79CF4E5C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21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90099-852A-1384-7EE6-C44CDD05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BA70E-2ACA-3E88-144A-CB64A1630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E6DE13-D1AE-3B3D-0544-7D48FAB1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CC15B4-3613-217E-0C94-6103421B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E23B6D-13C6-445C-5949-E6077E1B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97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C7337-AC96-3A71-029C-67C5953FA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6F4582-6234-6B4E-49EC-DE3D4070B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774B31-8E02-29A1-786D-ED98F596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1E7AD2-868E-0F6F-89EA-1832F5CB1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FF121E-7C63-BCAD-A621-814C40AC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180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99919-E544-2521-228B-96280CB7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594B64-21A4-812A-5B1A-3F18867AE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A0E284-9F38-59D2-CC94-988FFF40A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C393C6-8632-A518-FD8A-456500DA0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18532E-92EE-09D8-62A0-7EFAB19F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B66EF3-AFF3-464B-FD4D-96A63FC2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593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B597C-B0CD-64FB-1543-96E17CD55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8B0FA6-DE84-E6A0-C754-6F6557EF2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77B567-BAC9-F7FB-6307-98B6CB8E9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553CA7-2872-665B-5169-F8B0D543A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BB23E4-EBE1-D1AC-7777-FD8DD5BE6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127A8E-BD5E-C54C-F27C-436ED488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A93B99-B43A-A8DF-A591-5456CB0E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7CD32F-8B4D-FBD0-2444-0431594D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61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C2BA4-C6FA-2F22-A9E7-E99E21CC5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4F6F5D-1178-B0CC-B5F8-21669B18F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F09A6F-355D-57CD-86ED-7E931C8F0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0C1B0F-31E0-3DDE-2669-A268C9F1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57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D4F4E-4577-6AE8-7391-CDC0CB0C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5F21F1-BF02-E3D1-25C6-40E2AC32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8529BC-93BE-B53A-EDC3-CD55066C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0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7FC160-CDFC-D27B-30FF-7567DE555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74860-3B9C-6CCE-8B59-6888D83CC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C393B2-C62F-4F8F-59D4-FCAEF220F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918B44-67F7-4868-3742-886CCB365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3A03AC-8A39-5F85-9024-27A6CC81C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E40759-CC88-5F97-AE92-9C8EB7E9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2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15B66-914D-BB4F-5D1D-258DFF92B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24EF5A-3D40-CD76-C54F-ED383F416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A0CD92-335C-8C96-F7B0-6146F7FEE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A96BAE-2119-CDE8-DF91-7B35EAD9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374DDF-245C-C200-8F7B-9AA838BCC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1ECC3D-F70F-210D-D67E-F6834BEF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49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FABCB-CABC-B470-2793-2F050C65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A25867-F196-AA81-7323-BF88B594D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5BBB47-351B-1007-4B81-5A0276F5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305CED-4871-878A-5F69-599130E1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BC7ED8-C262-05AB-7504-B99F3CF1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92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CC812B-5B8F-E809-7026-D03BB8622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1C00DE-9987-C544-C650-8B52F5397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1603D5-1A6F-B833-65ED-954F5CEA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290627-29DF-2A84-8DC9-5BE26FA7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99DF32-96A3-1305-1625-0535C1CB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09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A6A426-D32E-8C5D-C851-3CC6F1481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D18D10-1124-6E34-7E05-225C6FCD6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0EB5D9-821E-0F22-3798-50022AE47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20662-DFC0-456D-95AC-119D63E77C1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CEFE04-E449-F69F-43BF-D5446A63B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C29949-8C3C-2640-40C6-7E4C564F8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65E74-B650-4391-BA69-8591C8F3B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1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56A9A-52C7-CEEF-E245-F7967B382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C538A1-80EF-CB00-BCFF-CCAC90774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A99CD22-8F00-6FFA-E6D7-B36EA2D6F122}"/>
              </a:ext>
            </a:extLst>
          </p:cNvPr>
          <p:cNvSpPr/>
          <p:nvPr/>
        </p:nvSpPr>
        <p:spPr>
          <a:xfrm>
            <a:off x="-1" y="-94211"/>
            <a:ext cx="12192000" cy="6858000"/>
          </a:xfrm>
          <a:prstGeom prst="rect">
            <a:avLst/>
          </a:pr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2657D9E-E5EB-F71C-18B3-A5A23C388CF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 w="6350" cap="flat">
            <a:noFill/>
            <a:prstDash val="solid"/>
            <a:miter/>
          </a:ln>
        </p:spPr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EB136C8-A019-AFA4-7A9A-6CCC8B85A550}"/>
              </a:ext>
            </a:extLst>
          </p:cNvPr>
          <p:cNvSpPr txBox="1"/>
          <p:nvPr/>
        </p:nvSpPr>
        <p:spPr>
          <a:xfrm>
            <a:off x="1524000" y="2246026"/>
            <a:ext cx="9616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b="1" spc="0" baseline="0" dirty="0">
                <a:ln/>
                <a:solidFill>
                  <a:srgbClr val="1E293B"/>
                </a:solidFill>
                <a:latin typeface="微软雅黑"/>
                <a:ea typeface="微软雅黑"/>
                <a:sym typeface="微软雅黑"/>
                <a:rtl val="0"/>
              </a:rPr>
              <a:t>StarryOS cgroup v2 模块化与 Linux 兼容性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F955D93-FEF6-895C-FB28-B8CADD2455F7}"/>
              </a:ext>
            </a:extLst>
          </p:cNvPr>
          <p:cNvSpPr/>
          <p:nvPr/>
        </p:nvSpPr>
        <p:spPr>
          <a:xfrm>
            <a:off x="5080000" y="3048000"/>
            <a:ext cx="2032000" cy="50800"/>
          </a:xfrm>
          <a:prstGeom prst="rect">
            <a:avLst/>
          </a:prstGeom>
          <a:solidFill>
            <a:srgbClr val="EA580C"/>
          </a:solidFill>
          <a:ln w="6350" cap="flat">
            <a:noFill/>
            <a:prstDash val="solid"/>
            <a:miter/>
          </a:ln>
        </p:spPr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1714CD1-A3FE-7673-AB16-29A50C0E0444}"/>
              </a:ext>
            </a:extLst>
          </p:cNvPr>
          <p:cNvSpPr txBox="1"/>
          <p:nvPr/>
        </p:nvSpPr>
        <p:spPr>
          <a:xfrm>
            <a:off x="2690258" y="3294061"/>
            <a:ext cx="6811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pc="0" baseline="0" dirty="0">
                <a:ln/>
                <a:solidFill>
                  <a:srgbClr val="64748B"/>
                </a:solidFill>
                <a:latin typeface="微软雅黑"/>
                <a:ea typeface="微软雅黑"/>
                <a:sym typeface="微软雅黑"/>
                <a:rtl val="0"/>
              </a:rPr>
              <a:t>从"修得了 bug"到"设计得了架构" —— 一次开源贡献的完整复盘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91A6AEF-AA0E-B47A-D349-BF9FDBBA9C5C}"/>
              </a:ext>
            </a:extLst>
          </p:cNvPr>
          <p:cNvSpPr txBox="1"/>
          <p:nvPr/>
        </p:nvSpPr>
        <p:spPr>
          <a:xfrm>
            <a:off x="4468213" y="4128613"/>
            <a:ext cx="3255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pc="0" baseline="0" dirty="0">
                <a:ln/>
                <a:solidFill>
                  <a:srgbClr val="1E293B"/>
                </a:solidFill>
                <a:latin typeface="微软雅黑"/>
                <a:ea typeface="微软雅黑"/>
                <a:sym typeface="微软雅黑"/>
                <a:rtl val="0"/>
              </a:rPr>
              <a:t>宋红 · 上游 rcore-os/tgoskits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6799B1F-5987-6917-1D17-DAF573F1D9CD}"/>
              </a:ext>
            </a:extLst>
          </p:cNvPr>
          <p:cNvSpPr/>
          <p:nvPr/>
        </p:nvSpPr>
        <p:spPr>
          <a:xfrm>
            <a:off x="635000" y="5397500"/>
            <a:ext cx="10922000" cy="6350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 cap="flat">
            <a:noFill/>
            <a:prstDash val="solid"/>
            <a:miter/>
          </a:ln>
        </p:spPr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96F74B9-E073-5239-F432-10BA11E0619A}"/>
              </a:ext>
            </a:extLst>
          </p:cNvPr>
          <p:cNvSpPr txBox="1"/>
          <p:nvPr/>
        </p:nvSpPr>
        <p:spPr>
          <a:xfrm>
            <a:off x="3733973" y="5536085"/>
            <a:ext cx="504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spc="0" baseline="0" dirty="0">
                <a:ln/>
                <a:solidFill>
                  <a:srgbClr val="1E293B"/>
                </a:solidFill>
                <a:latin typeface="微软雅黑"/>
                <a:ea typeface="微软雅黑"/>
                <a:sym typeface="微软雅黑"/>
                <a:rtl val="0"/>
              </a:rPr>
              <a:t>8 周 · 12 个 PR · 8 个已合并 · 5 个控制器框架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7329F33-581C-8298-4DEA-37BF76B65559}"/>
              </a:ext>
            </a:extLst>
          </p:cNvPr>
          <p:cNvSpPr txBox="1"/>
          <p:nvPr/>
        </p:nvSpPr>
        <p:spPr>
          <a:xfrm>
            <a:off x="543560" y="6333524"/>
            <a:ext cx="5208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spc="0" baseline="0" dirty="0">
                <a:ln/>
                <a:solidFill>
                  <a:srgbClr val="CBD5E1"/>
                </a:solidFill>
                <a:latin typeface="微软雅黑"/>
                <a:ea typeface="微软雅黑"/>
                <a:sym typeface="微软雅黑"/>
                <a:rtl val="0"/>
              </a:rPr>
              <a:t>StarryOS cgroup v2 · 2026 春季开源 OS 训练营</a:t>
            </a:r>
          </a:p>
        </p:txBody>
      </p:sp>
    </p:spTree>
    <p:extLst>
      <p:ext uri="{BB962C8B-B14F-4D97-AF65-F5344CB8AC3E}">
        <p14:creationId xmlns:p14="http://schemas.microsoft.com/office/powerpoint/2010/main" val="2563585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46B79871-2440-7800-8E31-42FE30588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89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7D1C530A-51B3-F9A9-C26C-C55B6D6F4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85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2418EA2D-E7DB-0307-49AD-0B61462F85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9C016EE5-7271-F3A0-598A-3A7A42338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07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1C074B64-BCF6-2606-23FC-6695738B47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92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87BF3A3C-2297-F502-4FDF-9C96310C56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83E13F57-4ADF-938B-48CC-5C787BAB14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2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8008C707-9594-E11B-8A9F-2A27158D8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554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6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42AC831D-6547-8715-D5CB-DDEF2CF26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108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92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13CD2356-53EC-2292-4A63-37CCB31F3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64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28E47B7-7154-01AE-1168-65B35EE5F868}"/>
              </a:ext>
            </a:extLst>
          </p:cNvPr>
          <p:cNvSpPr/>
          <p:nvPr/>
        </p:nvSpPr>
        <p:spPr>
          <a:xfrm>
            <a:off x="0" y="11084"/>
            <a:ext cx="12192000" cy="6858000"/>
          </a:xfrm>
          <a:prstGeom prst="rect">
            <a:avLst/>
          </a:prstGeom>
          <a:solidFill>
            <a:srgbClr val="FFFFFF"/>
          </a:solidFill>
          <a:ln w="6350" cap="flat">
            <a:noFill/>
            <a:prstDash val="solid"/>
            <a:miter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DDE4C0-0538-E8FE-8777-B55AAF2F051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 w="6350" cap="flat">
            <a:noFill/>
            <a:prstDash val="solid"/>
            <a:miter/>
          </a:ln>
        </p:spPr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771DB3-32F7-7559-EC70-BF7AFC678AD3}"/>
              </a:ext>
            </a:extLst>
          </p:cNvPr>
          <p:cNvSpPr txBox="1"/>
          <p:nvPr/>
        </p:nvSpPr>
        <p:spPr>
          <a:xfrm>
            <a:off x="543560" y="337648"/>
            <a:ext cx="22038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spc="0" baseline="0" dirty="0">
                <a:ln/>
                <a:solidFill>
                  <a:srgbClr val="64748B"/>
                </a:solidFill>
                <a:latin typeface="微软雅黑"/>
                <a:ea typeface="微软雅黑"/>
                <a:sym typeface="微软雅黑"/>
                <a:rtl val="0"/>
              </a:rPr>
              <a:t>Part 2 · vibecoding 经验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9A3952-35E6-D8C5-2DC7-BEC95736EF81}"/>
              </a:ext>
            </a:extLst>
          </p:cNvPr>
          <p:cNvSpPr txBox="1"/>
          <p:nvPr/>
        </p:nvSpPr>
        <p:spPr>
          <a:xfrm>
            <a:off x="10867308" y="337648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spc="0" baseline="0" dirty="0">
                <a:ln/>
                <a:solidFill>
                  <a:srgbClr val="94A3B8"/>
                </a:solidFill>
                <a:latin typeface="微软雅黑"/>
                <a:ea typeface="微软雅黑"/>
                <a:sym typeface="微软雅黑"/>
                <a:rtl val="0"/>
              </a:rPr>
              <a:t>12 / 13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10E366-7B1C-C476-540C-EEECD2A1B46B}"/>
              </a:ext>
            </a:extLst>
          </p:cNvPr>
          <p:cNvSpPr txBox="1"/>
          <p:nvPr/>
        </p:nvSpPr>
        <p:spPr>
          <a:xfrm>
            <a:off x="543560" y="794265"/>
            <a:ext cx="6652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b="1" spc="0" baseline="0" dirty="0">
                <a:ln/>
                <a:solidFill>
                  <a:srgbClr val="1E293B"/>
                </a:solidFill>
                <a:latin typeface="微软雅黑"/>
                <a:ea typeface="微软雅黑"/>
                <a:sym typeface="微软雅黑"/>
                <a:rtl val="0"/>
              </a:rPr>
              <a:t>从"会写代码"到"会驾驭 AI 做工程"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F9DA72-6CEE-D356-24D1-1FCBEB38CC99}"/>
              </a:ext>
            </a:extLst>
          </p:cNvPr>
          <p:cNvSpPr/>
          <p:nvPr/>
        </p:nvSpPr>
        <p:spPr>
          <a:xfrm>
            <a:off x="635000" y="1460500"/>
            <a:ext cx="762000" cy="38100"/>
          </a:xfrm>
          <a:prstGeom prst="rect">
            <a:avLst/>
          </a:prstGeom>
          <a:solidFill>
            <a:srgbClr val="EA580C"/>
          </a:solidFill>
          <a:ln w="6350" cap="flat">
            <a:noFill/>
            <a:prstDash val="solid"/>
            <a:miter/>
          </a:ln>
        </p:spPr>
      </p:sp>
      <p:grpSp>
        <p:nvGrpSpPr>
          <p:cNvPr id="23" name="图形 2">
            <a:extLst>
              <a:ext uri="{FF2B5EF4-FFF2-40B4-BE49-F238E27FC236}">
                <a16:creationId xmlns:a16="http://schemas.microsoft.com/office/drawing/2014/main" id="{1FB6A243-BAC0-FD4D-EF25-6767730D5034}"/>
              </a:ext>
            </a:extLst>
          </p:cNvPr>
          <p:cNvGrpSpPr/>
          <p:nvPr/>
        </p:nvGrpSpPr>
        <p:grpSpPr>
          <a:xfrm>
            <a:off x="3580379" y="3033893"/>
            <a:ext cx="4701928" cy="969665"/>
            <a:chOff x="3580379" y="3033893"/>
            <a:chExt cx="4701928" cy="96966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AD7BADA-25D3-9923-4EB0-D509DD1CAEA6}"/>
                </a:ext>
              </a:extLst>
            </p:cNvPr>
            <p:cNvSpPr txBox="1"/>
            <p:nvPr/>
          </p:nvSpPr>
          <p:spPr>
            <a:xfrm>
              <a:off x="4353560" y="3033893"/>
              <a:ext cx="32624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spc="0" baseline="0" dirty="0">
                  <a:ln/>
                  <a:solidFill>
                    <a:srgbClr val="1E293B"/>
                  </a:solidFill>
                  <a:latin typeface="微软雅黑"/>
                  <a:ea typeface="微软雅黑"/>
                  <a:sym typeface="微软雅黑"/>
                  <a:rtl val="0"/>
                </a:rPr>
                <a:t>代码能力在变得不稀缺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EFEBB45-7FE9-2D10-F63E-7CF4CF068AE5}"/>
                </a:ext>
              </a:extLst>
            </p:cNvPr>
            <p:cNvSpPr txBox="1"/>
            <p:nvPr/>
          </p:nvSpPr>
          <p:spPr>
            <a:xfrm>
              <a:off x="3580379" y="3541893"/>
              <a:ext cx="47019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spc="0" baseline="0" dirty="0">
                  <a:ln/>
                  <a:solidFill>
                    <a:srgbClr val="1D4ED8"/>
                  </a:solidFill>
                  <a:latin typeface="微软雅黑"/>
                  <a:ea typeface="微软雅黑"/>
                  <a:sym typeface="微软雅黑"/>
                  <a:rtl val="0"/>
                </a:rPr>
                <a:t>软件工程直觉才是驾驭 AI 的关键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0391B1B-AA7A-D292-33BE-CE4A05347E3F}"/>
              </a:ext>
            </a:extLst>
          </p:cNvPr>
          <p:cNvSpPr txBox="1"/>
          <p:nvPr/>
        </p:nvSpPr>
        <p:spPr>
          <a:xfrm>
            <a:off x="6110077" y="5150411"/>
            <a:ext cx="4344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spc="0" baseline="0" dirty="0">
                <a:ln/>
                <a:solidFill>
                  <a:srgbClr val="EA580C"/>
                </a:solidFill>
                <a:latin typeface="微软雅黑"/>
                <a:ea typeface="微软雅黑"/>
                <a:sym typeface="微软雅黑"/>
                <a:rtl val="0"/>
              </a:rPr>
              <a:t>———</a:t>
            </a:r>
            <a:r>
              <a:rPr lang="zh-CN" altLang="en-US" b="1" spc="0" baseline="0" dirty="0">
                <a:ln/>
                <a:solidFill>
                  <a:srgbClr val="EA580C"/>
                </a:solidFill>
                <a:latin typeface="微软雅黑"/>
                <a:ea typeface="微软雅黑"/>
                <a:sym typeface="微软雅黑"/>
                <a:rtl val="0"/>
              </a:rPr>
              <a:t>工程直觉该如何培养、如何迭代? 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CFC3A23-C63E-F531-FDBC-867A48939F4F}"/>
              </a:ext>
            </a:extLst>
          </p:cNvPr>
          <p:cNvSpPr txBox="1"/>
          <p:nvPr/>
        </p:nvSpPr>
        <p:spPr>
          <a:xfrm>
            <a:off x="543560" y="6333524"/>
            <a:ext cx="4046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ln/>
                <a:solidFill>
                  <a:srgbClr val="CBD5E1"/>
                </a:solidFill>
                <a:latin typeface="微软雅黑"/>
                <a:ea typeface="微软雅黑"/>
                <a:sym typeface="微软雅黑"/>
                <a:rtl val="0"/>
              </a:rPr>
              <a:t>SongShiQ · StarryOS cgroup v2 · 2026 春季开源 OS 训练营</a:t>
            </a:r>
          </a:p>
        </p:txBody>
      </p:sp>
    </p:spTree>
    <p:extLst>
      <p:ext uri="{BB962C8B-B14F-4D97-AF65-F5344CB8AC3E}">
        <p14:creationId xmlns:p14="http://schemas.microsoft.com/office/powerpoint/2010/main" val="1640705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C1361B18-EED9-BD85-4A45-DCC4E6BFC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7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126</Words>
  <Application>Microsoft Office PowerPoint</Application>
  <PresentationFormat>宽屏</PresentationFormat>
  <Paragraphs>12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soongred02@gmail.com</dc:creator>
  <cp:lastModifiedBy>soongred02@gmail.com</cp:lastModifiedBy>
  <cp:revision>4</cp:revision>
  <dcterms:created xsi:type="dcterms:W3CDTF">2026-06-27T09:02:24Z</dcterms:created>
  <dcterms:modified xsi:type="dcterms:W3CDTF">2026-06-27T09:22:44Z</dcterms:modified>
</cp:coreProperties>
</file>